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288440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spc="-13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CLASE 3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3933349"/>
            <a:ext cx="872228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spc="-13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INTRODUCCIÓN A LOS BACKUPS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793790" y="498228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SISTEMAS DE BASES DE DATOS 2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2469" y="553283"/>
            <a:ext cx="5018365" cy="62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900"/>
              </a:lnSpc>
              <a:buNone/>
            </a:pPr>
            <a:r>
              <a:rPr lang="en-US" sz="3950" b="1" spc="-11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¿Qué es un BACKUP?</a:t>
            </a:r>
            <a:endParaRPr lang="en-US" sz="3950" dirty="0"/>
          </a:p>
        </p:txBody>
      </p:sp>
      <p:sp>
        <p:nvSpPr>
          <p:cNvPr id="4" name="Text 1"/>
          <p:cNvSpPr/>
          <p:nvPr/>
        </p:nvSpPr>
        <p:spPr>
          <a:xfrm>
            <a:off x="702469" y="1481495"/>
            <a:ext cx="3010972" cy="376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50"/>
              </a:lnSpc>
              <a:buNone/>
            </a:pPr>
            <a:r>
              <a:rPr lang="en-US" sz="2350" b="1" spc="-7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Definición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702469" y="2158841"/>
            <a:ext cx="7739062" cy="963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550" spc="-3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respaldo es una copia de seguridad de datos e información que se puede hacer a pequeña o gran escala. Su propósito es contar con un medio para recuperarlos en caso de pérdida.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69" y="3347918"/>
            <a:ext cx="4328398" cy="43283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94988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2650" b="1" spc="-8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TIPOS DE BACKUP</a:t>
            </a:r>
            <a:endParaRPr lang="en-US" sz="26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1630323"/>
            <a:ext cx="11355467" cy="56492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spc="-13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By Method</a:t>
            </a:r>
            <a:endParaRPr lang="en-US" sz="4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4924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9503" y="620316"/>
            <a:ext cx="7564993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00" b="1" spc="-133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¿Qué es un BACKUP COMPLETO?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789503" y="2368272"/>
            <a:ext cx="3383518" cy="422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2650" b="1" spc="-8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Definición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89503" y="3129439"/>
            <a:ext cx="7564993" cy="1443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el nombre lo sugiere, se refiere al proceso de copiar todo aquello que fue previamente considerado importante y que no puede perderse. Esta copia de seguridad es la primera y la más consistente, ya que puede ser realizada sin la necesidad de herramientas adicionales.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503" y="4827151"/>
            <a:ext cx="7564993" cy="28017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3630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2650" b="1" spc="-8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Desventajas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793790" y="348841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Ocupan mucho espacio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393061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Toma mucho tiempo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37280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Saturación del CPU y disco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283630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2650" b="1" spc="-8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Ventajas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4856321" y="348841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 en un solo conjunto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856321" y="393061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Fácil restauración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856321" y="4372808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Completamente independientes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856321" y="5177909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Fáciles de generar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603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4855" y="3245525"/>
            <a:ext cx="9122331" cy="665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4150" b="1" spc="-12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¿Cuándo hacer un backup completo?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744855" y="4421267"/>
            <a:ext cx="6310789" cy="2383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spc="-3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Este tipo de respaldo es más adecuado cuando se comienza un nuevo ciclo de respaldo, se realizan cambios importantes en la infraestructura, o simplemente como parte de una estrategia periódica, como un respaldo semanal o mensual. Por ejemplo, una empresa podría realizar un full backup cada domingo para asegurar que todos los datos se encuentren respaldados de manera integral al menos una vez por semana.</a:t>
            </a:r>
            <a:endParaRPr lang="en-US" sz="16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2376" y="4469249"/>
            <a:ext cx="6310789" cy="31637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2525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spc="-13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Definición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60846"/>
            <a:ext cx="6244709" cy="326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operación de respaldo incremental sólo copia los datos que han variado desde la última operación de </a:t>
            </a:r>
            <a:pPr indent="0" marL="0">
              <a:lnSpc>
                <a:spcPts val="2850"/>
              </a:lnSpc>
              <a:buNone/>
            </a:pPr>
            <a:r>
              <a:rPr lang="en-US" sz="1750" b="1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 de cualquier tipo.</a:t>
            </a:r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 suele utilizar la fecha y hora de modificación estampada en los archivos, comparándola con la hora y fecha de la última copia de seguridad. Las aplicaciones de respaldo identifican y registran la fecha y hora de realización de las operaciones de respaldo para identificar los archivos modificados desde esas operaciones.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599521" y="2025253"/>
            <a:ext cx="5784771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2650" b="1" spc="-8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¿Qué es un INCREMENTAL BACKUP?</a:t>
            </a:r>
            <a:endParaRPr lang="en-US" sz="26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9521" y="2705695"/>
            <a:ext cx="6244709" cy="26271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3160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2650" b="1" spc="-8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Desventajas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793790" y="2983706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Más intervención del DBA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3425904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tiempo de restauración no es óptimo cuando se trata de un volumen de datos pequeño.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956810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 necesario tener todos los backups incrementales que se hayan efectuado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233160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2650" b="1" spc="-8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Ventajas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4856321" y="2983706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Ideales para sistemas de bajos recursos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856321" y="3788807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Rápida regeneración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856321" y="4231005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Requieren menor cantidad de espacio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856321" y="5036106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pueden versionar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28135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8770" y="2927747"/>
            <a:ext cx="5004435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2150" b="1" spc="-6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¿Cuándo hacer un incremental backup?</a:t>
            </a:r>
            <a:endParaRPr lang="en-US" sz="2150" dirty="0"/>
          </a:p>
        </p:txBody>
      </p:sp>
      <p:sp>
        <p:nvSpPr>
          <p:cNvPr id="4" name="Text 1"/>
          <p:cNvSpPr/>
          <p:nvPr/>
        </p:nvSpPr>
        <p:spPr>
          <a:xfrm>
            <a:off x="638770" y="3475077"/>
            <a:ext cx="13352859" cy="583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50"/>
              </a:lnSpc>
              <a:buNone/>
            </a:pPr>
            <a:r>
              <a:rPr lang="en-US" sz="140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 ideal en situaciones donde los datos cambian frecuentemente y se necesita realizar respaldos diarios sin consumir demasiados recursos. Un buen ejemplo es realizar un full backup semanal el domingo y luego realizar respaldos incrementales de lunes a sábado, capturando solo los cambios que se producen cada día.</a:t>
            </a:r>
            <a:endParaRPr lang="en-US" sz="1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70" y="4264223"/>
            <a:ext cx="8156019" cy="33188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5329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3775" y="529352"/>
            <a:ext cx="7796451" cy="1203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700"/>
              </a:lnSpc>
              <a:buNone/>
            </a:pPr>
            <a:r>
              <a:rPr lang="en-US" sz="3750" b="1" spc="-11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¿Qué es un BACKUP DIFERENCIAL?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673775" y="2021324"/>
            <a:ext cx="2887861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50" b="1" spc="-6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Definición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673775" y="2671048"/>
            <a:ext cx="7796451" cy="1232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backup diferencial es similar a un full backup, pero solo incluye los datos que han cambiado desde el </a:t>
            </a:r>
            <a:pPr indent="0" marL="0">
              <a:lnSpc>
                <a:spcPts val="2400"/>
              </a:lnSpc>
              <a:buNone/>
            </a:pPr>
            <a:r>
              <a:rPr lang="en-US" sz="1500" b="1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último full backup.</a:t>
            </a:r>
            <a:pPr indent="0" marL="0">
              <a:lnSpc>
                <a:spcPts val="2400"/>
              </a:lnSpc>
              <a:buNone/>
            </a:pPr>
            <a:r>
              <a:rPr lang="en-US" sz="150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Estas copias son acumulativas, lo que significa que contienen todos los cambios desde el último respaldo completo, incluso si esos cambios ya se respaldaron en anteriores copias diferenciales.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75" y="4119682"/>
            <a:ext cx="7796451" cy="36042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1050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2650" b="1" spc="-8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Desventajas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793790" y="2762607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Más intervención del DBA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3204805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tiempo de restauración no es óptimo cuando se trata de un volumen de datos pequeño.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735711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 necesario tener todos los backups incrementales que se hayan efectuado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211050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2650" b="1" spc="-8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Ventajas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4856321" y="2762607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Ideales para sistemas de bajos recursos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856321" y="356770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Rápida regeneración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856321" y="4009906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Requieren menor cantidad de espacio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856321" y="4815007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requieren tener todos los backups anteriores para respaldar, solo el último full backup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180677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5897" y="2318980"/>
            <a:ext cx="3827264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spc="-5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¿Cuándo hacer un backup diferencial?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505897" y="2752487"/>
            <a:ext cx="13618607" cy="693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Este tipo de respaldo guarda todos los datos modificados desde el último full backup, lo que facilita la restauración rápida al requerir solo el último full backup y el último respaldo diferencial. Es ideal para escenarios donde se realizan cambios moderados en los datos y se desea tener una copia acumulativa diaria, pero sin la complejidad de los incrementales. Por ejemplo, realizar un full backup el domingo y respaldos diferenciales el resto de la semana permitiría restaurar fácilmente el sistema en caso de una falla a mitad de semana.</a:t>
            </a:r>
            <a:endParaRPr lang="en-US" sz="1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97" y="3608665"/>
            <a:ext cx="3848457" cy="410860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9848" y="542330"/>
            <a:ext cx="8724900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3850" b="1" spc="-11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TYPES OF ENTERPRISE DATA BACKUP</a:t>
            </a:r>
            <a:endParaRPr lang="en-US" sz="3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848" y="1552337"/>
            <a:ext cx="11641336" cy="613493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60351"/>
            <a:ext cx="65087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spc="-13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Arquitectura PostgreSQL</a:t>
            </a:r>
            <a:endParaRPr lang="en-US" sz="4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223" y="504587"/>
            <a:ext cx="9954935" cy="72217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2024-11-05T07:17:11Z</dcterms:created>
  <dcterms:modified xsi:type="dcterms:W3CDTF">2024-11-05T07:17:11Z</dcterms:modified>
</cp:coreProperties>
</file>